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02D"/>
          </a:solidFill>
          <a:ln w="12700">
            <a:solidFill>
              <a:srgbClr val="1220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Image-to-PPT Demo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8912" y="603504"/>
            <a:ext cx="6217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DE7F3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Reference image -&gt; complete blocks -&gt; editable PowerPoint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8823960" y="237744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324152"/>
          </a:solidFill>
          <a:ln w="12700">
            <a:solidFill>
              <a:srgbClr val="324152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98280" y="384048"/>
            <a:ext cx="21031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Generic README Example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1480" y="1234440"/>
            <a:ext cx="2971800" cy="489204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234440"/>
            <a:ext cx="2971800" cy="109728"/>
          </a:xfrm>
          <a:prstGeom prst="rect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435608"/>
            <a:ext cx="347472" cy="347472"/>
          </a:xfrm>
          <a:prstGeom prst="ellipse">
            <a:avLst/>
          </a:prstGeom>
          <a:solidFill>
            <a:srgbClr val="0969DA"/>
          </a:solidFill>
          <a:ln>
            <a:solidFill>
              <a:srgbClr val="0969DA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43560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20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Reference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03320" y="1234440"/>
            <a:ext cx="2971800" cy="489204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03320" y="1234440"/>
            <a:ext cx="2971800" cy="109728"/>
          </a:xfrm>
          <a:prstGeom prst="rect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86200" y="1435608"/>
            <a:ext cx="347472" cy="347472"/>
          </a:xfrm>
          <a:prstGeom prst="ellipse">
            <a:avLst/>
          </a:prstGeom>
          <a:solidFill>
            <a:srgbClr val="FF7A1A"/>
          </a:solidFill>
          <a:ln>
            <a:solidFill>
              <a:srgbClr val="FF7A1A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43560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20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Blocks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95160" y="1234440"/>
            <a:ext cx="4800600" cy="489204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D8E1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95160" y="1234440"/>
            <a:ext cx="4800600" cy="109728"/>
          </a:xfrm>
          <a:prstGeom prst="rect">
            <a:avLst/>
          </a:prstGeom>
          <a:solidFill>
            <a:srgbClr val="6F42C1"/>
          </a:solidFill>
          <a:ln w="12700">
            <a:solidFill>
              <a:srgbClr val="6F42C1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1435608"/>
            <a:ext cx="347472" cy="347472"/>
          </a:xfrm>
          <a:prstGeom prst="ellipse">
            <a:avLst/>
          </a:prstGeom>
          <a:solidFill>
            <a:srgbClr val="6F42C1"/>
          </a:solidFill>
          <a:ln>
            <a:solidFill>
              <a:srgbClr val="6F42C1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653528" y="143560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20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Editable PPT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96112" y="2011680"/>
            <a:ext cx="12801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6132" y="2011680"/>
            <a:ext cx="0" cy="128016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6112" y="2171700"/>
            <a:ext cx="128016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16152" y="2011680"/>
            <a:ext cx="0" cy="128016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6112" y="2331720"/>
            <a:ext cx="128016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76172" y="2011680"/>
            <a:ext cx="0" cy="128016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6112" y="2491740"/>
            <a:ext cx="128016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36192" y="2011680"/>
            <a:ext cx="0" cy="128016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6112" y="2651760"/>
            <a:ext cx="128016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96212" y="2011680"/>
            <a:ext cx="0" cy="128016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" y="2811780"/>
            <a:ext cx="128016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56232" y="2011680"/>
            <a:ext cx="0" cy="128016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96112" y="2971800"/>
            <a:ext cx="128016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16252" y="2011680"/>
            <a:ext cx="0" cy="128016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112" y="3131820"/>
            <a:ext cx="128016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7552" y="2587752"/>
            <a:ext cx="612648" cy="0"/>
          </a:xfrm>
          <a:prstGeom prst="line">
            <a:avLst/>
          </a:prstGeom>
          <a:noFill/>
          <a:ln w="17780">
            <a:solidFill>
              <a:srgbClr val="0969D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00200" y="2587752"/>
            <a:ext cx="0" cy="630936"/>
          </a:xfrm>
          <a:prstGeom prst="line">
            <a:avLst/>
          </a:prstGeom>
          <a:noFill/>
          <a:ln w="17780">
            <a:solidFill>
              <a:srgbClr val="FF7A1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2688" y="2532888"/>
            <a:ext cx="109728" cy="10972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45336" y="3163824"/>
            <a:ext cx="109728" cy="109728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2505456"/>
            <a:ext cx="164592" cy="164592"/>
          </a:xfrm>
          <a:prstGeom prst="sun">
            <a:avLst/>
          </a:prstGeom>
          <a:solidFill>
            <a:srgbClr val="FACC15"/>
          </a:solidFill>
          <a:ln w="12700">
            <a:solidFill>
              <a:srgbClr val="FACC15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112" y="3611880"/>
            <a:ext cx="662940" cy="480060"/>
          </a:xfrm>
          <a:prstGeom prst="rect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59052" y="3611880"/>
            <a:ext cx="662940" cy="48006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96112" y="4091940"/>
            <a:ext cx="662940" cy="480060"/>
          </a:xfrm>
          <a:prstGeom prst="rect">
            <a:avLst/>
          </a:prstGeom>
          <a:solidFill>
            <a:srgbClr val="6F42C1"/>
          </a:solidFill>
          <a:ln w="12700">
            <a:solidFill>
              <a:srgbClr val="6F42C1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559052" y="4091940"/>
            <a:ext cx="662940" cy="480060"/>
          </a:xfrm>
          <a:prstGeom prst="rect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559052" y="3611880"/>
            <a:ext cx="0" cy="96012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6112" y="4091940"/>
            <a:ext cx="1325880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449324" y="3982212"/>
            <a:ext cx="219456" cy="219456"/>
          </a:xfrm>
          <a:prstGeom prst="sun">
            <a:avLst/>
          </a:prstGeom>
          <a:solidFill>
            <a:srgbClr val="FACC15"/>
          </a:solidFill>
          <a:ln w="12700">
            <a:solidFill>
              <a:srgbClr val="FACC15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9808" y="5166360"/>
            <a:ext cx="6858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0969D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2960" y="5230368"/>
            <a:ext cx="539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source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591056" y="5166360"/>
            <a:ext cx="6858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FF7A1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64208" y="5230368"/>
            <a:ext cx="5394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7A1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signal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14016" y="5166360"/>
            <a:ext cx="5029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6F42C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87168" y="5230368"/>
            <a:ext cx="356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42C1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read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58952" y="47274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1520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reference effect image defines layout, style, and reading order.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4160520" y="1956816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265676" y="1956816"/>
            <a:ext cx="0" cy="841248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2061972"/>
            <a:ext cx="841248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70832" y="1956816"/>
            <a:ext cx="0" cy="841248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160520" y="2167128"/>
            <a:ext cx="841248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75988" y="1956816"/>
            <a:ext cx="0" cy="841248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160520" y="2272284"/>
            <a:ext cx="841248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581144" y="1956816"/>
            <a:ext cx="0" cy="841248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60520" y="2377440"/>
            <a:ext cx="841248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686300" y="1956816"/>
            <a:ext cx="0" cy="841248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160520" y="2482596"/>
            <a:ext cx="841248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791456" y="1956816"/>
            <a:ext cx="0" cy="841248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160520" y="2587752"/>
            <a:ext cx="841248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96612" y="1956816"/>
            <a:ext cx="0" cy="841248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160520" y="2692908"/>
            <a:ext cx="841248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251960" y="2335378"/>
            <a:ext cx="371246" cy="0"/>
          </a:xfrm>
          <a:prstGeom prst="line">
            <a:avLst/>
          </a:prstGeom>
          <a:noFill/>
          <a:ln w="17780">
            <a:solidFill>
              <a:srgbClr val="0969D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23206" y="2335378"/>
            <a:ext cx="0" cy="389534"/>
          </a:xfrm>
          <a:prstGeom prst="line">
            <a:avLst/>
          </a:prstGeom>
          <a:noFill/>
          <a:ln w="17780">
            <a:solidFill>
              <a:srgbClr val="FF7A1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197096" y="2280514"/>
            <a:ext cx="109728" cy="10972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568342" y="2670048"/>
            <a:ext cx="109728" cy="109728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40910" y="2253082"/>
            <a:ext cx="164592" cy="164592"/>
          </a:xfrm>
          <a:prstGeom prst="sun">
            <a:avLst/>
          </a:prstGeom>
          <a:solidFill>
            <a:srgbClr val="FACC15"/>
          </a:solidFill>
          <a:ln w="12700">
            <a:solidFill>
              <a:srgbClr val="FACC15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321808" y="1947672"/>
            <a:ext cx="434340" cy="310896"/>
          </a:xfrm>
          <a:prstGeom prst="rect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756148" y="1947672"/>
            <a:ext cx="434340" cy="310896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321808" y="2258568"/>
            <a:ext cx="434340" cy="310896"/>
          </a:xfrm>
          <a:prstGeom prst="rect">
            <a:avLst/>
          </a:prstGeom>
          <a:solidFill>
            <a:srgbClr val="6F42C1"/>
          </a:solidFill>
          <a:ln w="12700">
            <a:solidFill>
              <a:srgbClr val="6F42C1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756148" y="2258568"/>
            <a:ext cx="434340" cy="310896"/>
          </a:xfrm>
          <a:prstGeom prst="rect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756148" y="1947672"/>
            <a:ext cx="0" cy="621792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321808" y="2258568"/>
            <a:ext cx="868680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646420" y="2148840"/>
            <a:ext cx="219456" cy="219456"/>
          </a:xfrm>
          <a:prstGeom prst="sun">
            <a:avLst/>
          </a:prstGeom>
          <a:solidFill>
            <a:srgbClr val="FACC15"/>
          </a:solidFill>
          <a:ln w="12700">
            <a:solidFill>
              <a:srgbClr val="FACC15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160520" y="3063240"/>
            <a:ext cx="192024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1E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160520" y="3279038"/>
            <a:ext cx="192024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160520" y="3494837"/>
            <a:ext cx="192024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160520" y="3710635"/>
            <a:ext cx="192024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160520" y="3926434"/>
            <a:ext cx="192024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389120" y="3300618"/>
            <a:ext cx="487680" cy="32370"/>
          </a:xfrm>
          <a:prstGeom prst="line">
            <a:avLst/>
          </a:prstGeom>
          <a:noFill/>
          <a:ln w="17780">
            <a:solidFill>
              <a:srgbClr val="0969D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876800" y="3332988"/>
            <a:ext cx="487680" cy="21580"/>
          </a:xfrm>
          <a:prstGeom prst="line">
            <a:avLst/>
          </a:prstGeom>
          <a:noFill/>
          <a:ln w="17780">
            <a:solidFill>
              <a:srgbClr val="0969D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364480" y="3354568"/>
            <a:ext cx="487680" cy="10790"/>
          </a:xfrm>
          <a:prstGeom prst="line">
            <a:avLst/>
          </a:prstGeom>
          <a:noFill/>
          <a:ln w="17780">
            <a:solidFill>
              <a:srgbClr val="0969D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357116" y="3268614"/>
            <a:ext cx="64008" cy="6400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844796" y="3300984"/>
            <a:ext cx="64008" cy="6400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332476" y="3322564"/>
            <a:ext cx="64008" cy="6400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820156" y="3333354"/>
            <a:ext cx="64008" cy="6400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389120" y="3257459"/>
            <a:ext cx="487680" cy="86319"/>
          </a:xfrm>
          <a:prstGeom prst="line">
            <a:avLst/>
          </a:prstGeom>
          <a:noFill/>
          <a:ln w="17780">
            <a:solidFill>
              <a:srgbClr val="FF7A1A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876800" y="3343778"/>
            <a:ext cx="487680" cy="205008"/>
          </a:xfrm>
          <a:prstGeom prst="line">
            <a:avLst/>
          </a:prstGeom>
          <a:noFill/>
          <a:ln w="17780">
            <a:solidFill>
              <a:srgbClr val="FF7A1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364480" y="3548786"/>
            <a:ext cx="487680" cy="226588"/>
          </a:xfrm>
          <a:prstGeom prst="line">
            <a:avLst/>
          </a:prstGeom>
          <a:noFill/>
          <a:ln w="17780">
            <a:solidFill>
              <a:srgbClr val="FF7A1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357116" y="3225455"/>
            <a:ext cx="64008" cy="64008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844796" y="3311774"/>
            <a:ext cx="64008" cy="64008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332476" y="3516782"/>
            <a:ext cx="64008" cy="64008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820156" y="3743371"/>
            <a:ext cx="64008" cy="64008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389120" y="3322198"/>
            <a:ext cx="487680" cy="194219"/>
          </a:xfrm>
          <a:prstGeom prst="line">
            <a:avLst/>
          </a:prstGeom>
          <a:noFill/>
          <a:ln w="17780">
            <a:solidFill>
              <a:srgbClr val="2DA4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876800" y="3516417"/>
            <a:ext cx="487680" cy="129479"/>
          </a:xfrm>
          <a:prstGeom prst="line">
            <a:avLst/>
          </a:prstGeom>
          <a:noFill/>
          <a:ln w="17780">
            <a:solidFill>
              <a:srgbClr val="2DA44E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364480" y="3645896"/>
            <a:ext cx="487680" cy="64740"/>
          </a:xfrm>
          <a:prstGeom prst="line">
            <a:avLst/>
          </a:prstGeom>
          <a:noFill/>
          <a:ln w="17780">
            <a:solidFill>
              <a:srgbClr val="2DA44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357116" y="3290194"/>
            <a:ext cx="64008" cy="64008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4844796" y="3484413"/>
            <a:ext cx="64008" cy="64008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332476" y="3613892"/>
            <a:ext cx="64008" cy="64008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820156" y="3678631"/>
            <a:ext cx="64008" cy="64008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4160520" y="4617720"/>
            <a:ext cx="512064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0969D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233672" y="469087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Header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4782312" y="4617720"/>
            <a:ext cx="512064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FF7A1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855464" y="469087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7A1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Panel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5404104" y="4617720"/>
            <a:ext cx="512064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6F42C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477256" y="469087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42C1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Chart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6025896" y="4617720"/>
            <a:ext cx="512064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2DA44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099048" y="469087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DA44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Footer</a:t>
            </a:r>
            <a:endParaRPr lang="en-US" sz="750" dirty="0"/>
          </a:p>
        </p:txBody>
      </p:sp>
      <p:sp>
        <p:nvSpPr>
          <p:cNvPr id="115" name="Text 113"/>
          <p:cNvSpPr/>
          <p:nvPr/>
        </p:nvSpPr>
        <p:spPr>
          <a:xfrm>
            <a:off x="4133088" y="513892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1520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Generate or extract complete blocks instead of splitting charts from labels.</a:t>
            </a:r>
            <a:endParaRPr lang="en-US" sz="820" dirty="0"/>
          </a:p>
        </p:txBody>
      </p:sp>
      <p:sp>
        <p:nvSpPr>
          <p:cNvPr id="116" name="Shape 114"/>
          <p:cNvSpPr/>
          <p:nvPr/>
        </p:nvSpPr>
        <p:spPr>
          <a:xfrm>
            <a:off x="7452360" y="1965960"/>
            <a:ext cx="117043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598664" y="1965960"/>
            <a:ext cx="0" cy="1170432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52360" y="2112264"/>
            <a:ext cx="1170432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744968" y="1965960"/>
            <a:ext cx="0" cy="1170432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52360" y="2258568"/>
            <a:ext cx="1170432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7891272" y="1965960"/>
            <a:ext cx="0" cy="1170432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52360" y="2404872"/>
            <a:ext cx="1170432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037576" y="1965960"/>
            <a:ext cx="0" cy="1170432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452360" y="2551176"/>
            <a:ext cx="1170432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183880" y="1965960"/>
            <a:ext cx="0" cy="1170432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52360" y="2697480"/>
            <a:ext cx="1170432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8330184" y="1965960"/>
            <a:ext cx="0" cy="1170432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52360" y="2843784"/>
            <a:ext cx="1170432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8476488" y="1965960"/>
            <a:ext cx="0" cy="1170432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452360" y="2990088"/>
            <a:ext cx="1170432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543800" y="2492654"/>
            <a:ext cx="552298" cy="0"/>
          </a:xfrm>
          <a:prstGeom prst="line">
            <a:avLst/>
          </a:prstGeom>
          <a:noFill/>
          <a:ln w="17780">
            <a:solidFill>
              <a:srgbClr val="0969D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96098" y="2492654"/>
            <a:ext cx="0" cy="570586"/>
          </a:xfrm>
          <a:prstGeom prst="line">
            <a:avLst/>
          </a:prstGeom>
          <a:noFill/>
          <a:ln w="17780">
            <a:solidFill>
              <a:srgbClr val="FF7A1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488936" y="2437790"/>
            <a:ext cx="109728" cy="10972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41234" y="3008376"/>
            <a:ext cx="109728" cy="109728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013802" y="2410358"/>
            <a:ext cx="164592" cy="164592"/>
          </a:xfrm>
          <a:prstGeom prst="sun">
            <a:avLst/>
          </a:prstGeom>
          <a:solidFill>
            <a:srgbClr val="FACC15"/>
          </a:solidFill>
          <a:ln w="12700">
            <a:solidFill>
              <a:srgbClr val="FACC15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7434072" y="3493008"/>
            <a:ext cx="585216" cy="420624"/>
          </a:xfrm>
          <a:prstGeom prst="rect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019288" y="3493008"/>
            <a:ext cx="585216" cy="420624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434072" y="3913632"/>
            <a:ext cx="585216" cy="420624"/>
          </a:xfrm>
          <a:prstGeom prst="rect">
            <a:avLst/>
          </a:prstGeom>
          <a:solidFill>
            <a:srgbClr val="6F42C1"/>
          </a:solidFill>
          <a:ln w="12700">
            <a:solidFill>
              <a:srgbClr val="6F42C1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019288" y="3913632"/>
            <a:ext cx="585216" cy="420624"/>
          </a:xfrm>
          <a:prstGeom prst="rect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8019288" y="3493008"/>
            <a:ext cx="0" cy="841248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7434072" y="3913632"/>
            <a:ext cx="1170432" cy="0"/>
          </a:xfrm>
          <a:prstGeom prst="line">
            <a:avLst/>
          </a:prstGeom>
          <a:noFill/>
          <a:ln w="17780">
            <a:solidFill>
              <a:srgbClr val="FFFF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7909560" y="3803904"/>
            <a:ext cx="219456" cy="219456"/>
          </a:xfrm>
          <a:prstGeom prst="sun">
            <a:avLst/>
          </a:prstGeom>
          <a:solidFill>
            <a:srgbClr val="FACC15"/>
          </a:solidFill>
          <a:ln w="12700">
            <a:solidFill>
              <a:srgbClr val="FACC15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189720" y="1901952"/>
            <a:ext cx="1965960" cy="1143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E1E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189720" y="2130552"/>
            <a:ext cx="196596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9189720" y="2359152"/>
            <a:ext cx="196596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9189720" y="2587752"/>
            <a:ext cx="196596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89720" y="2816352"/>
            <a:ext cx="1965960" cy="0"/>
          </a:xfrm>
          <a:prstGeom prst="line">
            <a:avLst/>
          </a:prstGeom>
          <a:noFill/>
          <a:ln w="5080">
            <a:solidFill>
              <a:srgbClr val="E5EAF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418320" y="2153412"/>
            <a:ext cx="502920" cy="34290"/>
          </a:xfrm>
          <a:prstGeom prst="line">
            <a:avLst/>
          </a:prstGeom>
          <a:noFill/>
          <a:ln w="17780">
            <a:solidFill>
              <a:srgbClr val="0969D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921240" y="2187702"/>
            <a:ext cx="502920" cy="22860"/>
          </a:xfrm>
          <a:prstGeom prst="line">
            <a:avLst/>
          </a:prstGeom>
          <a:noFill/>
          <a:ln w="17780">
            <a:solidFill>
              <a:srgbClr val="0969D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0424160" y="2210562"/>
            <a:ext cx="502920" cy="11430"/>
          </a:xfrm>
          <a:prstGeom prst="line">
            <a:avLst/>
          </a:prstGeom>
          <a:noFill/>
          <a:ln w="17780">
            <a:solidFill>
              <a:srgbClr val="0969D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386316" y="2121408"/>
            <a:ext cx="64008" cy="6400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9889236" y="2155698"/>
            <a:ext cx="64008" cy="6400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10392156" y="2178558"/>
            <a:ext cx="64008" cy="6400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0895076" y="2189988"/>
            <a:ext cx="64008" cy="6400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418320" y="2107692"/>
            <a:ext cx="502920" cy="91440"/>
          </a:xfrm>
          <a:prstGeom prst="line">
            <a:avLst/>
          </a:prstGeom>
          <a:noFill/>
          <a:ln w="17780">
            <a:solidFill>
              <a:srgbClr val="FF7A1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9921240" y="2199132"/>
            <a:ext cx="502920" cy="217170"/>
          </a:xfrm>
          <a:prstGeom prst="line">
            <a:avLst/>
          </a:prstGeom>
          <a:noFill/>
          <a:ln w="17780">
            <a:solidFill>
              <a:srgbClr val="FF7A1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0424160" y="2416302"/>
            <a:ext cx="502920" cy="240030"/>
          </a:xfrm>
          <a:prstGeom prst="line">
            <a:avLst/>
          </a:prstGeom>
          <a:noFill/>
          <a:ln w="17780">
            <a:solidFill>
              <a:srgbClr val="FF7A1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9386316" y="2075688"/>
            <a:ext cx="64008" cy="64008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889236" y="2167128"/>
            <a:ext cx="64008" cy="64008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0392156" y="2384298"/>
            <a:ext cx="64008" cy="64008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10895076" y="2624328"/>
            <a:ext cx="64008" cy="64008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418320" y="2176272"/>
            <a:ext cx="502920" cy="205740"/>
          </a:xfrm>
          <a:prstGeom prst="line">
            <a:avLst/>
          </a:prstGeom>
          <a:noFill/>
          <a:ln w="17780">
            <a:solidFill>
              <a:srgbClr val="2DA44E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921240" y="2382012"/>
            <a:ext cx="502920" cy="137160"/>
          </a:xfrm>
          <a:prstGeom prst="line">
            <a:avLst/>
          </a:prstGeom>
          <a:noFill/>
          <a:ln w="17780">
            <a:solidFill>
              <a:srgbClr val="2DA44E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10424160" y="2519172"/>
            <a:ext cx="502920" cy="68580"/>
          </a:xfrm>
          <a:prstGeom prst="line">
            <a:avLst/>
          </a:prstGeom>
          <a:noFill/>
          <a:ln w="17780">
            <a:solidFill>
              <a:srgbClr val="2DA44E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386316" y="2144268"/>
            <a:ext cx="64008" cy="64008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889236" y="2350008"/>
            <a:ext cx="64008" cy="64008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10392156" y="2487168"/>
            <a:ext cx="64008" cy="64008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10895076" y="2555748"/>
            <a:ext cx="64008" cy="64008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189720" y="3401568"/>
            <a:ext cx="438912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0969DA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9262872" y="347472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969D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Title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9720072" y="3401568"/>
            <a:ext cx="438912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FF7A1A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9793224" y="347472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7A1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Box</a:t>
            </a:r>
            <a:endParaRPr lang="en-US" sz="750" dirty="0"/>
          </a:p>
        </p:txBody>
      </p:sp>
      <p:sp>
        <p:nvSpPr>
          <p:cNvPr id="173" name="Shape 171"/>
          <p:cNvSpPr/>
          <p:nvPr/>
        </p:nvSpPr>
        <p:spPr>
          <a:xfrm>
            <a:off x="10250424" y="3401568"/>
            <a:ext cx="438912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6F42C1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323576" y="347472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42C1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Arrow</a:t>
            </a:r>
            <a:endParaRPr lang="en-US" sz="750" dirty="0"/>
          </a:p>
        </p:txBody>
      </p:sp>
      <p:sp>
        <p:nvSpPr>
          <p:cNvPr id="175" name="Shape 173"/>
          <p:cNvSpPr/>
          <p:nvPr/>
        </p:nvSpPr>
        <p:spPr>
          <a:xfrm>
            <a:off x="10780776" y="3401568"/>
            <a:ext cx="438912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2DA44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853928" y="3474720"/>
            <a:ext cx="292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DA44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Metric</a:t>
            </a:r>
            <a:endParaRPr lang="en-US" sz="750" dirty="0"/>
          </a:p>
        </p:txBody>
      </p:sp>
      <p:sp>
        <p:nvSpPr>
          <p:cNvPr id="177" name="Shape 175"/>
          <p:cNvSpPr/>
          <p:nvPr/>
        </p:nvSpPr>
        <p:spPr>
          <a:xfrm>
            <a:off x="8732520" y="2697480"/>
            <a:ext cx="310896" cy="0"/>
          </a:xfrm>
          <a:prstGeom prst="line">
            <a:avLst/>
          </a:prstGeom>
          <a:noFill/>
          <a:ln w="25400">
            <a:solidFill>
              <a:srgbClr val="FF7A1A"/>
            </a:solidFill>
            <a:prstDash val="solid"/>
            <a:tailEnd type="triangle"/>
          </a:ln>
        </p:spPr>
      </p:sp>
      <p:sp>
        <p:nvSpPr>
          <p:cNvPr id="178" name="Text 176"/>
          <p:cNvSpPr/>
          <p:nvPr/>
        </p:nvSpPr>
        <p:spPr>
          <a:xfrm>
            <a:off x="7498080" y="480974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1520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Native PPT text, boxes, arrows, and charts make the slide editable.</a:t>
            </a:r>
            <a:endParaRPr lang="en-US" sz="820" dirty="0"/>
          </a:p>
        </p:txBody>
      </p:sp>
      <p:sp>
        <p:nvSpPr>
          <p:cNvPr id="179" name="Shape 177"/>
          <p:cNvSpPr/>
          <p:nvPr/>
        </p:nvSpPr>
        <p:spPr>
          <a:xfrm>
            <a:off x="7452360" y="5285232"/>
            <a:ext cx="3886200" cy="384048"/>
          </a:xfrm>
          <a:prstGeom prst="roundRect">
            <a:avLst>
              <a:gd name="adj" fmla="val 11905"/>
            </a:avLst>
          </a:prstGeom>
          <a:solidFill>
            <a:srgbClr val="EAF1FA"/>
          </a:solidFill>
          <a:ln w="10160">
            <a:solidFill>
              <a:srgbClr val="BFD4EA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662672" y="5431536"/>
            <a:ext cx="3474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1520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Rendered preview + overflow and font checks</a:t>
            </a:r>
            <a:endParaRPr lang="en-US" sz="820" dirty="0"/>
          </a:p>
        </p:txBody>
      </p:sp>
      <p:sp>
        <p:nvSpPr>
          <p:cNvPr id="181" name="Shape 179"/>
          <p:cNvSpPr/>
          <p:nvPr/>
        </p:nvSpPr>
        <p:spPr>
          <a:xfrm>
            <a:off x="411480" y="6345936"/>
            <a:ext cx="11384280" cy="310896"/>
          </a:xfrm>
          <a:prstGeom prst="roundRect">
            <a:avLst>
              <a:gd name="adj" fmla="val 11765"/>
            </a:avLst>
          </a:prstGeom>
          <a:solidFill>
            <a:srgbClr val="EAF1FA"/>
          </a:solidFill>
          <a:ln w="10160">
            <a:solidFill>
              <a:srgbClr val="BFD4EA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713232" y="6455664"/>
            <a:ext cx="10789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15202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Core idea: keep generated visual blocks complete, then rebuild exact layout and text as editable PowerPoint.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Image-to-PPT Demo</dc:title>
  <dc:subject>Generic Image-to-PPT demo slide</dc:subject>
  <dc:creator>image-to-ppt-skills</dc:creator>
  <cp:lastModifiedBy>image-to-ppt-skills</cp:lastModifiedBy>
  <cp:revision>1</cp:revision>
  <dcterms:created xsi:type="dcterms:W3CDTF">2026-05-29T15:12:19Z</dcterms:created>
  <dcterms:modified xsi:type="dcterms:W3CDTF">2026-05-29T15:12:19Z</dcterms:modified>
</cp:coreProperties>
</file>